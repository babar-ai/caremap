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3440" y="548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CareMap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bridge to better healthcare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22860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Agentic Healthcare Maps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1.4 Billion Lives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Hack-Nation 2026 × Databricks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Babar  ·  Umar  ·  Taseer  ·  Swaeba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 lives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areas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560320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10K+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38328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facilities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messy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5603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217920" y="21945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way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capabilities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travel hours only to find the facility lacks the surgeon,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equipment, or specialist they urgently need.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hospital shortage. It's a discovery and verification crisis.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CareMap — 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healthcare intelligence system that turns 10,000 messy facility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into a trusted, searchable network — powered by CareGuide AI.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840480" cy="1188720"/>
          </a:xfrm>
          <a:prstGeom prst="rect">
            <a:avLst/>
          </a:prstGeom>
          <a:solidFill>
            <a:srgbClr val="F0FD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discovery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 across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facilities using vector embeddings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920240"/>
            <a:ext cx="3840480" cy="1188720"/>
          </a:xfrm>
          <a:prstGeom prst="rect">
            <a:avLst/>
          </a:prstGeom>
          <a:solidFill>
            <a:srgbClr val="F0FD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945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verification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8640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contradiction rules flag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facility claims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383280"/>
            <a:ext cx="3840480" cy="1188720"/>
          </a:xfrm>
          <a:prstGeom prst="rect">
            <a:avLst/>
          </a:prstGeom>
          <a:solidFill>
            <a:srgbClr val="F0FD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3-agent reasoning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Search → Validate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chain of thought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3383280"/>
            <a:ext cx="3840480" cy="1188720"/>
          </a:xfrm>
          <a:prstGeom prst="rect">
            <a:avLst/>
          </a:prstGeom>
          <a:solidFill>
            <a:srgbClr val="F0FD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6576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desert map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48640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PIN-code level analysis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coverage gaps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CareMap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3-agent reasoning pipeline with full traceability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731520"/>
          </a:xfrm>
          <a:prstGeom prst="rect">
            <a:avLst/>
          </a:prstGeom>
          <a:solidFill>
            <a:srgbClr val="0F1F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"Emergency surgery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Bihar"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1828800"/>
            <a:ext cx="457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371600"/>
            <a:ext cx="164592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intent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828800"/>
            <a:ext cx="457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1371600"/>
            <a:ext cx="1645920" cy="9144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SQL filters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1828800"/>
            <a:ext cx="457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1371600"/>
            <a:ext cx="137160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CareGuide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15544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108960"/>
            <a:ext cx="320040" cy="320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8640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Edition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67712" y="3017520"/>
            <a:ext cx="15544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3108960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267712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BGE-Large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1024-dim embeddings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986784" y="3017520"/>
            <a:ext cx="15544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3108960"/>
            <a:ext cx="320040" cy="3200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986784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Validation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705856" y="3017520"/>
            <a:ext cx="15544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10896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705856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facility index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7424928" y="3017520"/>
            <a:ext cx="155448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310896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24928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548640" y="4206240"/>
            <a:ext cx="8321040" cy="6400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6" name="Text 29"/>
          <p:cNvSpPr/>
          <p:nvPr/>
        </p:nvSpPr>
        <p:spPr>
          <a:xfrm>
            <a:off x="731520" y="4206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Scoring Engine: 6 contradiction rules  ·  Surgery without surgeon  ·  ICU without ventilator  ·  Emergency without basics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scoring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 truth? We built our own verification layer.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Surgery without surgeon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463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surgery but no surgeon or anesthesiologist listed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ICU without ventilator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ICU but no ventilator or cardiac monitor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1965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73152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Emergency without basics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emergency but no blood bank, oxygen, or ambulance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2468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 with part-time only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971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round-the-clock but only visiting doctors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Specialty without specialist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474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oncology/cardiology but zero specialist doctors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3474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73152" cy="4114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Bed count mismatch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977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claiming 500+ beds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3977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8321040" cy="4572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 9,320 GREEN  ·  547 YELLOW  ·  133 RED  ·  Average trust score: 91.6/100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CareGuide anything about healthcare in India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286000" y="36576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emergency surgery in Bihar"</a:t>
            </a:r>
            <a:endParaRPr lang="en-US" sz="13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"Trusted eye hospitals in Hyderabad"</a:t>
            </a:r>
            <a:endParaRPr lang="en-US" sz="13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"Neonatal care in Rajasthan — urgent"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46304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processed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verified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84048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1,844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566928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claims flagged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missing surgeons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834640"/>
            <a:ext cx="384048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546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971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339</a:t>
            </a:r>
            <a:endParaRPr lang="en-US" sz="3600" dirty="0"/>
          </a:p>
        </p:txBody>
      </p:sp>
      <p:sp>
        <p:nvSpPr>
          <p:cNvPr id="14" name="Text 9"/>
          <p:cNvSpPr/>
          <p:nvPr/>
        </p:nvSpPr>
        <p:spPr>
          <a:xfrm>
            <a:off x="146304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facilities identified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states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2834640"/>
            <a:ext cx="384048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546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69280" y="2971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427</a:t>
            </a:r>
            <a:endParaRPr lang="en-US" sz="3600" dirty="0"/>
          </a:p>
        </p:txBody>
      </p:sp>
      <p:sp>
        <p:nvSpPr>
          <p:cNvPr id="18" name="Text 12"/>
          <p:cNvSpPr/>
          <p:nvPr/>
        </p:nvSpPr>
        <p:spPr>
          <a:xfrm>
            <a:off x="5669280" y="3611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code regions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for deserts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4864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NGO planners: identify medical deserts by region and specialty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allocate resources where they're needed most.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 country of 1.4 billion,</a:t>
            </a:r>
            <a:endParaRPr lang="en-US" sz="2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 enough is not good enough.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CareMap turns a static list of 10,000 buildings into a living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network that knows where the help is.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Babar  ·  Umar  ·  Taseer  ·  Swaeba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CareMap — Hack-Nation 2026</dc:title>
  <dc:subject>PptxGenJS Presentation</dc:subject>
  <dc:creator>Team CareMap</dc:creator>
  <cp:lastModifiedBy>Team CareMap</cp:lastModifiedBy>
  <cp:revision>1</cp:revision>
  <dcterms:created xsi:type="dcterms:W3CDTF">2026-04-26T11:01:12Z</dcterms:created>
  <dcterms:modified xsi:type="dcterms:W3CDTF">2026-04-26T11:01:12Z</dcterms:modified>
</cp:coreProperties>
</file>